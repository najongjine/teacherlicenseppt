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8ed4adabd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a8ed4adabd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a8ed4adabd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a8ed4adabd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a8ed4adabd_0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a8ed4adabd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a8ed4adabd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a8ed4adabd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a8ed4adabd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a8ed4adabd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a8ed4adabd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a8ed4adabd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a8ed4adabd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a8ed4adabd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ab81a643da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ab81a643da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ab81a643da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ab81a643da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ab81a643da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ab81a643da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a8ed4adabd_0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a8ed4adabd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a40e75495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a40e75495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a40e754954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a40e754954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a40e754954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a40e754954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ab81a643da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ab81a643da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www.instagram.com/" TargetMode="External"/><Relationship Id="rId4" Type="http://schemas.openxmlformats.org/officeDocument/2006/relationships/image" Target="../media/image5.png"/><Relationship Id="rId5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github.com/najongjine/TeacherLicensePPT/blob/main/mytime.html" TargetMode="External"/><Relationship Id="rId4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744575"/>
            <a:ext cx="8520600" cy="159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3000">
                <a:solidFill>
                  <a:schemeClr val="dk2"/>
                </a:solidFill>
              </a:rPr>
              <a:t>자바스크립트를 활용한 시간 표시하기</a:t>
            </a:r>
            <a:endParaRPr b="1" sz="5400"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79730" lvl="0" marL="457200" rtl="0" algn="ctr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ko"/>
              <a:t>박종진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자바스크립트?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ko" sz="2000"/>
              <a:t>프로그래밍 언어의 한 종류도, 기계어로 컴파일 없이 바로 사용이 가능한 고수준 언어</a:t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-355600" lvl="0" marL="457200" rtl="0" algn="l">
              <a:spcBef>
                <a:spcPts val="1200"/>
              </a:spcBef>
              <a:spcAft>
                <a:spcPts val="0"/>
              </a:spcAft>
              <a:buSzPts val="2000"/>
              <a:buChar char="●"/>
            </a:pPr>
            <a:r>
              <a:rPr lang="ko" sz="2000"/>
              <a:t>웹 개발, 서버 개발, 어플 개발등 여러 분야에서 사용 가능한 고수준 언어</a:t>
            </a:r>
            <a:endParaRPr sz="2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자바스크립트로 만든 애플리케이션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2000"/>
              <a:t>\</a:t>
            </a:r>
            <a:endParaRPr sz="200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2000"/>
              <a:t>인스타그램, </a:t>
            </a:r>
            <a:r>
              <a:rPr lang="ko" sz="2000"/>
              <a:t>넷플릭스</a:t>
            </a:r>
            <a:endParaRPr sz="200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100" u="sng">
                <a:solidFill>
                  <a:schemeClr val="hlink"/>
                </a:solidFill>
                <a:hlinkClick r:id="rId3"/>
              </a:rPr>
              <a:t>https://www.instagram.com/</a:t>
            </a:r>
            <a:endParaRPr sz="110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/>
              <a:t>https://www.netflix.com/kr/</a:t>
            </a:r>
            <a:endParaRPr sz="110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000"/>
          </a:p>
        </p:txBody>
      </p:sp>
      <p:pic>
        <p:nvPicPr>
          <p:cNvPr id="68" name="Google Shape;68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1152475"/>
            <a:ext cx="3781226" cy="2160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65000" y="1258525"/>
            <a:ext cx="4041851" cy="201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세부</a:t>
            </a:r>
            <a:r>
              <a:rPr lang="ko"/>
              <a:t> 수업 목표</a:t>
            </a:r>
            <a:endParaRPr/>
          </a:p>
        </p:txBody>
      </p:sp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4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2000"/>
              <a:t>스크립트 언어 javascript 의 특징과 사용처를 설명할수 있다.</a:t>
            </a:r>
            <a:endParaRPr sz="2000"/>
          </a:p>
          <a:p>
            <a:pPr indent="0" lvl="0" marL="0" rtl="0" algn="l">
              <a:lnSpc>
                <a:spcPct val="14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2000"/>
              <a:t>JavaScript 언어의 기초 작동 원리를 설명 할수 있다.</a:t>
            </a:r>
            <a:endParaRPr sz="2000"/>
          </a:p>
          <a:p>
            <a:pPr indent="0" lvl="0" marL="0" rtl="0" algn="l">
              <a:lnSpc>
                <a:spcPct val="14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2000">
                <a:solidFill>
                  <a:srgbClr val="E69138"/>
                </a:solidFill>
              </a:rPr>
              <a:t>자바스크립트를 활용하여 html로 구성된 기초적인 웹 브라우저에서 시간 표시방법을 설명할수 있다.</a:t>
            </a:r>
            <a:endParaRPr sz="2000">
              <a:solidFill>
                <a:srgbClr val="E69138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선수학습 진단평가</a:t>
            </a:r>
            <a:endParaRPr/>
          </a:p>
        </p:txBody>
      </p:sp>
      <p:sp>
        <p:nvSpPr>
          <p:cNvPr id="81" name="Google Shape;81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4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14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2000"/>
              <a:t>Q. 기능을 만들기 전에는 요구사항을 먼저 확인 해야한다. (O/X)</a:t>
            </a:r>
            <a:endParaRPr sz="2000"/>
          </a:p>
          <a:p>
            <a:pPr indent="0" lvl="0" marL="0" rtl="0" algn="l">
              <a:lnSpc>
                <a:spcPct val="14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14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2000"/>
              <a:t>정답 : O</a:t>
            </a:r>
            <a:endParaRPr sz="2000"/>
          </a:p>
          <a:p>
            <a:pPr indent="0" lvl="0" marL="0" rtl="0" algn="l">
              <a:lnSpc>
                <a:spcPct val="14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전개 - 시간표시 예시</a:t>
            </a:r>
            <a:endParaRPr/>
          </a:p>
        </p:txBody>
      </p:sp>
      <p:sp>
        <p:nvSpPr>
          <p:cNvPr id="87" name="Google Shape;87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500" u="sng">
                <a:solidFill>
                  <a:schemeClr val="hlink"/>
                </a:solidFill>
                <a:hlinkClick r:id="rId3"/>
              </a:rPr>
              <a:t>TeacherLicensePPT/mytime.html at main · najongjine/TeacherLicensePPT</a:t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000"/>
          </a:p>
        </p:txBody>
      </p:sp>
      <p:pic>
        <p:nvPicPr>
          <p:cNvPr id="88" name="Google Shape;88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3550" y="1213925"/>
            <a:ext cx="3848100" cy="2438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전개 - 스크립트 코드 내용</a:t>
            </a:r>
            <a:endParaRPr/>
          </a:p>
        </p:txBody>
      </p:sp>
      <p:sp>
        <p:nvSpPr>
          <p:cNvPr id="94" name="Google Shape;94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-"/>
            </a:pPr>
            <a:r>
              <a:rPr lang="ko" sz="2000">
                <a:solidFill>
                  <a:schemeClr val="dk1"/>
                </a:solidFill>
              </a:rPr>
              <a:t>대략 이렇게 생겼다</a:t>
            </a:r>
            <a:endParaRPr sz="2000">
              <a:solidFill>
                <a:schemeClr val="dk1"/>
              </a:solidFill>
            </a:endParaRPr>
          </a:p>
        </p:txBody>
      </p:sp>
      <p:pic>
        <p:nvPicPr>
          <p:cNvPr id="95" name="Google Shape;9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70250" y="1152475"/>
            <a:ext cx="5050871" cy="3416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0750" y="1877125"/>
            <a:ext cx="2876220" cy="269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전개 - &lt;script&gt; 코드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ko" sz="2000">
                <a:solidFill>
                  <a:schemeClr val="dk1"/>
                </a:solidFill>
              </a:rPr>
              <a:t>&lt;script type=”module”&gt; : 최신 스타일의 자바스크립트를 웹페이지에서 사용할수 있게 해주는 태그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ko" sz="2000">
                <a:solidFill>
                  <a:schemeClr val="dk1"/>
                </a:solidFill>
              </a:rPr>
              <a:t>(async () =&gt; {</a:t>
            </a:r>
            <a:endParaRPr sz="2000"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 sz="2000">
                <a:solidFill>
                  <a:schemeClr val="dk1"/>
                </a:solidFill>
              </a:rPr>
              <a:t> …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 sz="2000">
                <a:solidFill>
                  <a:schemeClr val="dk1"/>
                </a:solidFill>
              </a:rPr>
              <a:t>       })();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 sz="2000">
                <a:solidFill>
                  <a:schemeClr val="dk1"/>
                </a:solidFill>
              </a:rPr>
              <a:t>     최신 스타일의 자바스크립트를 바로 실행하게 하는 코드</a:t>
            </a:r>
            <a:endParaRPr sz="2000"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전개 - </a:t>
            </a:r>
            <a:r>
              <a:rPr lang="ko"/>
              <a:t>updateTime() 함수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-"/>
            </a:pPr>
            <a:r>
              <a:rPr lang="ko" sz="2000">
                <a:solidFill>
                  <a:schemeClr val="dk1"/>
                </a:solidFill>
              </a:rPr>
              <a:t>updateTime(){...} 이라는 이름의 기계 만들기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-"/>
            </a:pPr>
            <a:r>
              <a:rPr lang="ko" sz="2000">
                <a:solidFill>
                  <a:schemeClr val="dk1"/>
                </a:solidFill>
              </a:rPr>
              <a:t>코드 그런거 많이 보면 사람이 돌아버림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-"/>
            </a:pPr>
            <a:r>
              <a:rPr lang="ko" sz="2000">
                <a:solidFill>
                  <a:schemeClr val="dk1"/>
                </a:solidFill>
              </a:rPr>
              <a:t>복잡한거 싸매서 기계로 만들면, 한줄만 딱 치면 알아서 다 되는 기계 만듬</a:t>
            </a:r>
            <a:endParaRPr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전개 - </a:t>
            </a:r>
            <a:r>
              <a:rPr lang="ko"/>
              <a:t>const now = new Date();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-"/>
            </a:pPr>
            <a:r>
              <a:rPr lang="ko" sz="2000">
                <a:solidFill>
                  <a:schemeClr val="dk1"/>
                </a:solidFill>
              </a:rPr>
              <a:t>시스템에서 현재시간 가져온다음 now 라는 변수에 담음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-"/>
            </a:pPr>
            <a:r>
              <a:rPr lang="ko" sz="2000">
                <a:solidFill>
                  <a:schemeClr val="dk1"/>
                </a:solidFill>
              </a:rPr>
              <a:t>변수 = 바구니, 상자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-"/>
            </a:pPr>
            <a:r>
              <a:rPr lang="ko" sz="2000">
                <a:solidFill>
                  <a:schemeClr val="dk1"/>
                </a:solidFill>
              </a:rPr>
              <a:t>const timeString = now.toLocaleTimeString("ko-KR", {...})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-"/>
            </a:pPr>
            <a:r>
              <a:rPr lang="ko" sz="2000">
                <a:solidFill>
                  <a:schemeClr val="dk1"/>
                </a:solidFill>
              </a:rPr>
              <a:t>미국 시간 표기법을 한국 시간 표기법으로 바꿔주기</a:t>
            </a:r>
            <a:endParaRPr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전개 - </a:t>
            </a:r>
            <a:r>
              <a:rPr lang="ko"/>
              <a:t>setInterval(updateTime, 1000);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-"/>
            </a:pPr>
            <a:r>
              <a:rPr lang="ko" sz="2000">
                <a:solidFill>
                  <a:schemeClr val="dk1"/>
                </a:solidFill>
              </a:rPr>
              <a:t>시간 가져오는 코드를 </a:t>
            </a:r>
            <a:endParaRPr sz="20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 sz="2000">
                <a:solidFill>
                  <a:schemeClr val="dk1"/>
                </a:solidFill>
              </a:rPr>
              <a:t>UpdateTime 기계안에 넣었음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-"/>
            </a:pPr>
            <a:r>
              <a:rPr lang="ko" sz="2000">
                <a:solidFill>
                  <a:schemeClr val="dk1"/>
                </a:solidFill>
              </a:rPr>
              <a:t>updateTime 기계를</a:t>
            </a:r>
            <a:endParaRPr sz="20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 sz="2000">
                <a:solidFill>
                  <a:schemeClr val="dk1"/>
                </a:solidFill>
              </a:rPr>
              <a:t>매 1초마다 계속 무한반복 </a:t>
            </a:r>
            <a:endParaRPr sz="20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 sz="2000">
                <a:solidFill>
                  <a:schemeClr val="dk1"/>
                </a:solidFill>
              </a:rPr>
              <a:t>실행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-"/>
            </a:pPr>
            <a:r>
              <a:rPr lang="ko" sz="2000">
                <a:solidFill>
                  <a:schemeClr val="dk1"/>
                </a:solidFill>
              </a:rPr>
              <a:t>시계 완성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</p:txBody>
      </p:sp>
      <p:pic>
        <p:nvPicPr>
          <p:cNvPr id="121" name="Google Shape;121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61925" y="1270100"/>
            <a:ext cx="4770374" cy="3226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65425" y="1270100"/>
            <a:ext cx="2876220" cy="269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정리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-"/>
            </a:pPr>
            <a:r>
              <a:rPr lang="ko" sz="2000">
                <a:solidFill>
                  <a:schemeClr val="dk1"/>
                </a:solidFill>
              </a:rPr>
              <a:t>시간 가져오는 코드를 UpdateTime 기계안에 넣었음</a:t>
            </a:r>
            <a:endParaRPr sz="20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-"/>
            </a:pPr>
            <a:r>
              <a:rPr lang="ko" sz="2000">
                <a:solidFill>
                  <a:schemeClr val="dk1"/>
                </a:solidFill>
              </a:rPr>
              <a:t>updateTime 기계를 매 1초마다 계속 무한반복 실행</a:t>
            </a:r>
            <a:endParaRPr sz="20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-"/>
            </a:pPr>
            <a:r>
              <a:rPr lang="ko" sz="2000">
                <a:solidFill>
                  <a:schemeClr val="dk1"/>
                </a:solidFill>
              </a:rPr>
              <a:t>시계 완성</a:t>
            </a:r>
            <a:endParaRPr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정리 - QUIZ1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4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2000">
                <a:solidFill>
                  <a:schemeClr val="dk1"/>
                </a:solidFill>
              </a:rPr>
              <a:t>1. 다음 중 **자바스크립트(JavaScript)**가 웹 페이지에서 주로 수행하는 역할로 가장 적절한 것은 무엇인가요?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4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</a:rPr>
              <a:t>A. 웹 브라우저에서 발생하는 사용자 이벤트(클릭, 마우스 이동 등)를 처리하는 것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4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</a:rPr>
              <a:t>B. 엑셀의 디자인을 정의하는 것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4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</a:rPr>
              <a:t>C. 운영체제(OS)의 커널을 직접 제어하여 시스템 성능을 최적화하는 것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4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</a:rPr>
              <a:t>D. 서버의 데이터베이스를 관리하는 것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4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</a:rPr>
              <a:t>&lt;정답&gt; A</a:t>
            </a:r>
            <a:endParaRPr sz="15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정리 - QUIZ2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4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2000">
                <a:solidFill>
                  <a:schemeClr val="dk1"/>
                </a:solidFill>
              </a:rPr>
              <a:t>2. 자바스크립트 코드의 실행 과정에 대한 설명으로 가장 정확하게 맞는 것을 고르세요.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4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500">
                <a:solidFill>
                  <a:schemeClr val="dk1"/>
                </a:solidFill>
              </a:rPr>
              <a:t>A. c언어와 실행 과정이 완전히 같다.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4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500">
                <a:solidFill>
                  <a:schemeClr val="dk1"/>
                </a:solidFill>
              </a:rPr>
              <a:t>B. 컴파일이 반드시 필요하다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4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500">
                <a:solidFill>
                  <a:schemeClr val="dk1"/>
                </a:solidFill>
              </a:rPr>
              <a:t>C. 자바스크립트 코드는 사용을 하지 말아야 한다.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4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</a:rPr>
              <a:t>D. 자바스크립트 코드를 컴퓨터가 실행할때 바이트코드라는 언어로 변환을 한다.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4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</a:rPr>
              <a:t>&lt;정답&gt; D</a:t>
            </a:r>
            <a:endParaRPr sz="15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정리 - QUIZ3</a:t>
            </a:r>
            <a:endParaRPr/>
          </a:p>
        </p:txBody>
      </p:sp>
      <p:sp>
        <p:nvSpPr>
          <p:cNvPr id="146" name="Google Shape;146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4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2000">
                <a:solidFill>
                  <a:schemeClr val="dk1"/>
                </a:solidFill>
              </a:rPr>
              <a:t>2. </a:t>
            </a:r>
            <a:r>
              <a:rPr lang="ko" sz="2000">
                <a:solidFill>
                  <a:schemeClr val="dk1"/>
                </a:solidFill>
              </a:rPr>
              <a:t>‘new Date();’ 이 코드가 하는 역할은?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4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500">
                <a:solidFill>
                  <a:schemeClr val="dk1"/>
                </a:solidFill>
              </a:rPr>
              <a:t>A. 현재 시간 정보를 알아내는 역할을 한다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4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500">
                <a:solidFill>
                  <a:schemeClr val="dk1"/>
                </a:solidFill>
              </a:rPr>
              <a:t>B. GPT를 만드는 역할을 한다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4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500">
                <a:solidFill>
                  <a:schemeClr val="dk1"/>
                </a:solidFill>
              </a:rPr>
              <a:t>C. 이미지를 만드는 역할을 한다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4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</a:rPr>
              <a:t>D. 주가를 예측하는 역할을 한다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4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</a:rPr>
              <a:t>&lt;정답&gt; A</a:t>
            </a:r>
            <a:endParaRPr sz="15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총평</a:t>
            </a:r>
            <a:endParaRPr/>
          </a:p>
        </p:txBody>
      </p:sp>
      <p:sp>
        <p:nvSpPr>
          <p:cNvPr id="152" name="Google Shape;152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-"/>
            </a:pPr>
            <a:r>
              <a:rPr lang="ko" sz="2000">
                <a:solidFill>
                  <a:schemeClr val="dk1"/>
                </a:solidFill>
              </a:rPr>
              <a:t>지금까지 수업 듣느라 수고 하셨습니다~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-"/>
            </a:pPr>
            <a:r>
              <a:rPr lang="ko" sz="2000">
                <a:solidFill>
                  <a:schemeClr val="dk1"/>
                </a:solidFill>
              </a:rPr>
              <a:t>다음 시간엔 지금까지의 내용을 잘 배웠는지, 자바스크립트로 시간을 구하는 코딩테스트를 시험보겠습니다</a:t>
            </a:r>
            <a:endParaRPr sz="20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-"/>
            </a:pPr>
            <a:r>
              <a:rPr lang="ko" sz="2000">
                <a:solidFill>
                  <a:schemeClr val="dk1"/>
                </a:solidFill>
              </a:rPr>
              <a:t>예제에 나온 코드를 한줄한줄 잘 이해하고 오세요</a:t>
            </a:r>
            <a:endParaRPr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